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EB Garamon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5FCE23-DD66-4A02-807F-687B41AA34B6}">
  <a:tblStyle styleId="{5D5FCE23-DD66-4A02-807F-687B41AA34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EBGaramond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BGaramond-italic.fntdata"/><Relationship Id="rId25" Type="http://schemas.openxmlformats.org/officeDocument/2006/relationships/font" Target="fonts/EBGaramond-bold.fntdata"/><Relationship Id="rId27" Type="http://schemas.openxmlformats.org/officeDocument/2006/relationships/font" Target="fonts/EBGaramon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ello.com/invite/b/67c5cfe90e8201e1abfbcd99/ATTI35507302c7687acc24b4457d124abce87237E2B4/stackoverflowed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Oggetto del progetto</a:t>
            </a:r>
            <a:endParaRPr sz="370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7200" y="1600200"/>
            <a:ext cx="82296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sz="4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Un’inadeguata gestione dei turni di lavoro nei dipendenti di un'azienda può portare diversi problemi tra cui: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Problemi di salute dovuti alla disequità dei turni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Costi di gestione più elevati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Complessità nella pianificazione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Influenzamento negativo della produttività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434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Soluzione:</a:t>
            </a:r>
            <a:endParaRPr sz="2442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Un’applicazione web che gestisce i turni dell’azienda permettendo una maggiore precisione e controllo.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Possibilità per il lavoratori di organizzare meglio le loro giornate, migliorando l’equilibrio vita-lavoro e pertanto aumentando la produttività e la salute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GANTT</a:t>
            </a:r>
            <a:endParaRPr/>
          </a:p>
        </p:txBody>
      </p:sp>
      <p:pic>
        <p:nvPicPr>
          <p:cNvPr id="99" name="Google Shape;99;p15" title="Gra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475" y="1736275"/>
            <a:ext cx="7887051" cy="4732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Distribuzione del team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72625" y="1573775"/>
            <a:ext cx="86154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Nardini Pietro - Team Leader/Backend developer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Fiorini Francesco - Frontend developer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D’Angelo Roberto - Frontend developer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Amà Tommaso - Backend developer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Evidenze delle cerimonie</a:t>
            </a:r>
            <a:endParaRPr/>
          </a:p>
        </p:txBody>
      </p:sp>
      <p:pic>
        <p:nvPicPr>
          <p:cNvPr descr="File:Google Meet icon (2020).svg - Wikipedia"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84779">
            <a:off x="1307350" y="5096125"/>
            <a:ext cx="1614924" cy="13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57200" y="1590675"/>
            <a:ext cx="8229600" cy="29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gruppo non ha effettuato incontri in presenza, ma ha usufruito di sistemi di telecomunicazione quali Google Meet e Whatsapp, per organizzare e discutere le diverse parti del progetto.</a:t>
            </a:r>
            <a:endParaRPr/>
          </a:p>
        </p:txBody>
      </p:sp>
      <p:grpSp>
        <p:nvGrpSpPr>
          <p:cNvPr id="113" name="Google Shape;113;p17"/>
          <p:cNvGrpSpPr/>
          <p:nvPr/>
        </p:nvGrpSpPr>
        <p:grpSpPr>
          <a:xfrm>
            <a:off x="5495417" y="4110341"/>
            <a:ext cx="2928217" cy="2747668"/>
            <a:chOff x="5495417" y="4110341"/>
            <a:chExt cx="2928217" cy="2747668"/>
          </a:xfrm>
        </p:grpSpPr>
        <p:sp>
          <p:nvSpPr>
            <p:cNvPr id="114" name="Google Shape;114;p17"/>
            <p:cNvSpPr/>
            <p:nvPr/>
          </p:nvSpPr>
          <p:spPr>
            <a:xfrm>
              <a:off x="5902425" y="4325450"/>
              <a:ext cx="2292600" cy="2304900"/>
            </a:xfrm>
            <a:prstGeom prst="ellipse">
              <a:avLst/>
            </a:prstGeom>
            <a:noFill/>
            <a:ln cap="flat" cmpd="sng" w="7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 rot="-7697731">
              <a:off x="5602264" y="6053881"/>
              <a:ext cx="663205" cy="592839"/>
            </a:xfrm>
            <a:prstGeom prst="triangle">
              <a:avLst>
                <a:gd fmla="val 52777" name="adj"/>
              </a:avLst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descr="a green circle with a white phone icon inside (Fornito da Tenor)" id="116" name="Google Shape;116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462024">
              <a:off x="5828587" y="4262963"/>
              <a:ext cx="2442425" cy="2442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57200" y="274647"/>
            <a:ext cx="82296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Screenshot di Trello</a:t>
            </a:r>
            <a:endParaRPr/>
          </a:p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91125" y="5660825"/>
            <a:ext cx="82296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/>
              <a:t>Il trello è stato utilizzato per ricordare le task da completare e organizzare il progetto in modo ordinato</a:t>
            </a:r>
            <a:endParaRPr sz="2200"/>
          </a:p>
        </p:txBody>
      </p:sp>
      <p:pic>
        <p:nvPicPr>
          <p:cNvPr id="123" name="Google Shape;123;p18" title="Screenshot (2)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10152"/>
          <a:stretch/>
        </p:blipFill>
        <p:spPr>
          <a:xfrm>
            <a:off x="227275" y="1269450"/>
            <a:ext cx="8689450" cy="439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457225" y="375299"/>
            <a:ext cx="8229600" cy="1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cases (esempio)</a:t>
            </a:r>
            <a:endParaRPr/>
          </a:p>
        </p:txBody>
      </p:sp>
      <p:graphicFrame>
        <p:nvGraphicFramePr>
          <p:cNvPr id="129" name="Google Shape;129;p19"/>
          <p:cNvGraphicFramePr/>
          <p:nvPr/>
        </p:nvGraphicFramePr>
        <p:xfrm>
          <a:off x="495431" y="340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{5D5FCE23-DD66-4A02-807F-687B41AA34B6}</a:tableStyleId>
              </a:tblPr>
              <a:tblGrid>
                <a:gridCol w="639600"/>
                <a:gridCol w="1908075"/>
                <a:gridCol w="3335275"/>
                <a:gridCol w="969900"/>
                <a:gridCol w="1300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Step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Action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Expected System Response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Pass/Fail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Comment</a:t>
                      </a:r>
                      <a:endParaRPr b="1"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1.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L’utente clicca sul bottone “aggiungi turni”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Si apre la pagina di aggiunta turni con un form da compilare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2.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L’utente inserisci i dati desiderati e preme sul bottone “aggiungi” 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Il form viene controllato e se i dati sono validi, viene inserito nel database il turno richiesto, l’utente viene rispedito alla home.</a:t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130" name="Google Shape;130;p19"/>
          <p:cNvGrpSpPr/>
          <p:nvPr/>
        </p:nvGrpSpPr>
        <p:grpSpPr>
          <a:xfrm>
            <a:off x="478119" y="898100"/>
            <a:ext cx="8187750" cy="1701050"/>
            <a:chOff x="478125" y="832000"/>
            <a:chExt cx="8187750" cy="1701050"/>
          </a:xfrm>
        </p:grpSpPr>
        <p:sp>
          <p:nvSpPr>
            <p:cNvPr id="131" name="Google Shape;131;p19"/>
            <p:cNvSpPr/>
            <p:nvPr/>
          </p:nvSpPr>
          <p:spPr>
            <a:xfrm>
              <a:off x="478125" y="832000"/>
              <a:ext cx="8153100" cy="1693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495225" y="839850"/>
              <a:ext cx="5057100" cy="1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Test Case #: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System: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HRFlow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Designed by: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StackOverflowed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Executed by:</a:t>
              </a:r>
              <a:r>
                <a:rPr lang="en-US"/>
                <a:t> 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Short Description: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Test del servizio di assegnazione turni di HRFlow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3" name="Google Shape;133;p19"/>
            <p:cNvSpPr txBox="1"/>
            <p:nvPr/>
          </p:nvSpPr>
          <p:spPr>
            <a:xfrm>
              <a:off x="4571775" y="839850"/>
              <a:ext cx="40941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Test Case Name: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Assegnazione turni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Subsystem: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Turni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Design Date: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22/05/2025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latin typeface="EB Garamond"/>
                  <a:ea typeface="EB Garamond"/>
                  <a:cs typeface="EB Garamond"/>
                  <a:sym typeface="EB Garamond"/>
                </a:rPr>
                <a:t>Execution Date:</a:t>
              </a:r>
              <a:r>
                <a:rPr lang="en-US">
                  <a:latin typeface="EB Garamond"/>
                  <a:ea typeface="EB Garamond"/>
                  <a:cs typeface="EB Garamond"/>
                  <a:sym typeface="EB Garamond"/>
                </a:rPr>
                <a:t> 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34" name="Google Shape;134;p19"/>
          <p:cNvSpPr txBox="1"/>
          <p:nvPr/>
        </p:nvSpPr>
        <p:spPr>
          <a:xfrm>
            <a:off x="495444" y="5925450"/>
            <a:ext cx="8153100" cy="65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Post-conditions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 nuovi turni sono inseriti nel database e visibili dai dipendenti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495444" y="2677275"/>
            <a:ext cx="8153100" cy="65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Pre-conditions</a:t>
            </a:r>
            <a:endParaRPr b="1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Il Manager è registrato sulla piattaforma, la tabella di inserimento dati compare sullo schermo</a:t>
            </a:r>
            <a:endParaRPr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Funzionalità implementate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con riconoscimento del ruolo (dipendente o manager)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 con turni assegnati per i dipendenti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Pagina profilo con dati e calcolo ore/stipendio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Interfaccia manager per aggiunta/rimozione turni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Dettaglio di una funzionalità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457200" y="1600200"/>
            <a:ext cx="8229600" cy="48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U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aggiungere un turno un manager, dopo aver effettuato il login che lo porterà nella dashboard, deve selezionare nell’header “aggiungi ore”.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romanU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Questo lo porterà in una pagina con un form da compilare, selezionando il dipendente, l’orario del turno e il tipo(normale/straordinario).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AutoNum type="romanU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Infine cliccare il bottone “Assegna Ore” il quale avvierà l’assegnazione e riporterà l’utente alla dashboard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dell'esperienza</a:t>
            </a:r>
            <a:endParaRPr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progetto nonostante impegnativo è stato anche stimolante, il team ha lavorato in armonia, senza litigi e accettando commenti e nuove idee.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lavoro è stato fluido e senza intoppi, e nel caso un membro avesse dei dubbi, il resto del team era subito presente per aiutare.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L’unica parte che potrebbe essere migliorata è l’organizzazione, dato che nonostante abbia funzionato bene, il team ha aggiunto attività non considerate all’inizio del progetto.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